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4010" r:id="rId4"/>
  </p:sldMasterIdLst>
  <p:notesMasterIdLst>
    <p:notesMasterId r:id="rId6"/>
  </p:notesMasterIdLst>
  <p:handoutMasterIdLst>
    <p:handoutMasterId r:id="rId7"/>
  </p:handoutMasterIdLst>
  <p:sldIdLst>
    <p:sldId id="281" r:id="rId5"/>
  </p:sldIdLst>
  <p:sldSz cx="1219835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09">
          <p15:clr>
            <a:srgbClr val="A4A3A4"/>
          </p15:clr>
        </p15:guide>
        <p15:guide id="2" pos="2189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47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7480"/>
    <a:srgbClr val="C4C4CD"/>
    <a:srgbClr val="FFE600"/>
    <a:srgbClr val="FFFFFF"/>
    <a:srgbClr val="2E2E38"/>
    <a:srgbClr val="808080"/>
    <a:srgbClr val="000000"/>
    <a:srgbClr val="FF9A91"/>
    <a:srgbClr val="FF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02" autoAdjust="0"/>
    <p:restoredTop sz="93324" autoAdjust="0"/>
  </p:normalViewPr>
  <p:slideViewPr>
    <p:cSldViewPr snapToGrid="0" snapToObjects="1" showGuides="1">
      <p:cViewPr varScale="1">
        <p:scale>
          <a:sx n="77" d="100"/>
          <a:sy n="77" d="100"/>
        </p:scale>
        <p:origin x="1085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-1570"/>
    </p:cViewPr>
  </p:sorterViewPr>
  <p:notesViewPr>
    <p:cSldViewPr snapToGrid="0" snapToObjects="1" showGuides="1">
      <p:cViewPr varScale="1">
        <p:scale>
          <a:sx n="80" d="100"/>
          <a:sy n="80" d="100"/>
        </p:scale>
        <p:origin x="-2004" y="-96"/>
      </p:cViewPr>
      <p:guideLst>
        <p:guide orient="horz" pos="2909"/>
        <p:guide pos="218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75A85089-C692-4DEA-AC49-04CF34D4FE14}" type="datetimeFigureOut">
              <a:rPr lang="en-GB" smtClean="0">
                <a:latin typeface="Arial" pitchFamily="34" charset="0"/>
              </a:rPr>
              <a:pPr/>
              <a:t>09/05/2025</a:t>
            </a:fld>
            <a:endParaRPr lang="en-GB" dirty="0">
              <a:latin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D3A5C721-4BB5-4DB6-AD65-4BA2A62B05B6}" type="slidenum">
              <a:rPr lang="en-GB" smtClean="0">
                <a:latin typeface="Arial" pitchFamily="34" charset="0"/>
              </a:rPr>
              <a:pPr/>
              <a:t>‹#›</a:t>
            </a:fld>
            <a:endParaRPr lang="en-GB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6323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8045EBA9-A28D-4849-BFEA-AA04F6A21B63}" type="datetimeFigureOut">
              <a:rPr lang="en-GB" smtClean="0"/>
              <a:pPr/>
              <a:t>09/05/2025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3700" y="692150"/>
            <a:ext cx="616267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5B43D19E-BFDB-4C92-8EDD-32EDDA8F41D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6270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oup of people walking on a colorful surface&#10;&#10;Description automatically generated">
            <a:extLst>
              <a:ext uri="{FF2B5EF4-FFF2-40B4-BE49-F238E27FC236}">
                <a16:creationId xmlns:a16="http://schemas.microsoft.com/office/drawing/2014/main" id="{D925500D-1DC2-E085-D185-C9BD7C16375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5" t="4010" r="9741" b="23933"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1B7F23-2FE6-41E1-BA29-BCCAE46D192E}"/>
              </a:ext>
            </a:extLst>
          </p:cNvPr>
          <p:cNvSpPr/>
          <p:nvPr userDrawn="1"/>
        </p:nvSpPr>
        <p:spPr>
          <a:xfrm>
            <a:off x="498116" y="1032328"/>
            <a:ext cx="3565884" cy="2680311"/>
          </a:xfrm>
          <a:custGeom>
            <a:avLst/>
            <a:gdLst>
              <a:gd name="connsiteX0" fmla="*/ 3565884 w 3565884"/>
              <a:gd name="connsiteY0" fmla="*/ 0 h 2680311"/>
              <a:gd name="connsiteX1" fmla="*/ 3565884 w 3565884"/>
              <a:gd name="connsiteY1" fmla="*/ 2680311 h 2680311"/>
              <a:gd name="connsiteX2" fmla="*/ 0 w 3565884"/>
              <a:gd name="connsiteY2" fmla="*/ 2680311 h 2680311"/>
              <a:gd name="connsiteX3" fmla="*/ 0 w 3565884"/>
              <a:gd name="connsiteY3" fmla="*/ 628761 h 2680311"/>
              <a:gd name="connsiteX4" fmla="*/ 3565884 w 3565884"/>
              <a:gd name="connsiteY4" fmla="*/ 0 h 2680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65884" h="2680311">
                <a:moveTo>
                  <a:pt x="3565884" y="0"/>
                </a:moveTo>
                <a:lnTo>
                  <a:pt x="3565884" y="2680311"/>
                </a:lnTo>
                <a:lnTo>
                  <a:pt x="0" y="2680311"/>
                </a:lnTo>
                <a:lnTo>
                  <a:pt x="0" y="628761"/>
                </a:lnTo>
                <a:lnTo>
                  <a:pt x="3565884" y="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799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504" y="1954221"/>
            <a:ext cx="3004016" cy="979702"/>
          </a:xfrm>
        </p:spPr>
        <p:txBody>
          <a:bodyPr/>
          <a:lstStyle>
            <a:lvl1pPr>
              <a:defRPr sz="2999" b="0">
                <a:solidFill>
                  <a:schemeClr val="tx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504" y="3046160"/>
            <a:ext cx="3004016" cy="1046323"/>
          </a:xfrm>
        </p:spPr>
        <p:txBody>
          <a:bodyPr/>
          <a:lstStyle>
            <a:lvl1pPr marL="0" indent="0" algn="l">
              <a:spcAft>
                <a:spcPts val="1199"/>
              </a:spcAft>
              <a:buNone/>
              <a:defRPr sz="1999">
                <a:solidFill>
                  <a:schemeClr val="tx1"/>
                </a:solidFill>
                <a:latin typeface="EYInterstate Regular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 b="1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7A7C78-A6FE-E453-F5FB-1084EE36E075}"/>
              </a:ext>
            </a:extLst>
          </p:cNvPr>
          <p:cNvSpPr>
            <a:spLocks/>
          </p:cNvSpPr>
          <p:nvPr userDrawn="1"/>
        </p:nvSpPr>
        <p:spPr>
          <a:xfrm>
            <a:off x="0" y="4511040"/>
            <a:ext cx="12198350" cy="234696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D488B506-D276-ADDB-EB14-0AE62B8958D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BC0E2DE9-C7C2-CE21-3846-4CEDE2AFE8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67E2B4B3-F54C-A34A-DA90-A0F5BA2326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8652545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234">
            <a:extLst>
              <a:ext uri="{FF2B5EF4-FFF2-40B4-BE49-F238E27FC236}">
                <a16:creationId xmlns:a16="http://schemas.microsoft.com/office/drawing/2014/main" id="{5342E118-6F1D-4C46-956E-4CCCBCAA7952}"/>
              </a:ext>
            </a:extLst>
          </p:cNvPr>
          <p:cNvGrpSpPr/>
          <p:nvPr userDrawn="1"/>
        </p:nvGrpSpPr>
        <p:grpSpPr>
          <a:xfrm>
            <a:off x="498115" y="5826614"/>
            <a:ext cx="3878023" cy="570195"/>
            <a:chOff x="498115" y="5951018"/>
            <a:chExt cx="3878023" cy="570195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A22049CA-64AE-409F-988D-A7317F8AD1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69" name="Rectangle 6">
              <a:extLst>
                <a:ext uri="{FF2B5EF4-FFF2-40B4-BE49-F238E27FC236}">
                  <a16:creationId xmlns:a16="http://schemas.microsoft.com/office/drawing/2014/main" id="{E37A0A05-0A78-44A7-8873-0A1A20C8717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70" name="Rectangle 7">
              <a:extLst>
                <a:ext uri="{FF2B5EF4-FFF2-40B4-BE49-F238E27FC236}">
                  <a16:creationId xmlns:a16="http://schemas.microsoft.com/office/drawing/2014/main" id="{0DEA0CBE-8527-4287-BF98-DA48947875F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71" name="Freeform 8">
              <a:extLst>
                <a:ext uri="{FF2B5EF4-FFF2-40B4-BE49-F238E27FC236}">
                  <a16:creationId xmlns:a16="http://schemas.microsoft.com/office/drawing/2014/main" id="{444058C6-612A-446E-8F68-0E5CC4CFF3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2" name="Freeform 9">
              <a:extLst>
                <a:ext uri="{FF2B5EF4-FFF2-40B4-BE49-F238E27FC236}">
                  <a16:creationId xmlns:a16="http://schemas.microsoft.com/office/drawing/2014/main" id="{1011EC31-E0C3-404F-93B3-EFD3DADC11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3" name="Freeform 10">
              <a:extLst>
                <a:ext uri="{FF2B5EF4-FFF2-40B4-BE49-F238E27FC236}">
                  <a16:creationId xmlns:a16="http://schemas.microsoft.com/office/drawing/2014/main" id="{3C9D076B-D88C-4089-8D58-9A31CFCDB0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4" name="Freeform 11">
              <a:extLst>
                <a:ext uri="{FF2B5EF4-FFF2-40B4-BE49-F238E27FC236}">
                  <a16:creationId xmlns:a16="http://schemas.microsoft.com/office/drawing/2014/main" id="{29DB43AC-B765-4ECB-B483-562473BD4A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5" name="Freeform 12">
              <a:extLst>
                <a:ext uri="{FF2B5EF4-FFF2-40B4-BE49-F238E27FC236}">
                  <a16:creationId xmlns:a16="http://schemas.microsoft.com/office/drawing/2014/main" id="{AF1DE1B8-EA4B-4A98-A97D-BA5EEA42B1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6" name="Freeform 13">
              <a:extLst>
                <a:ext uri="{FF2B5EF4-FFF2-40B4-BE49-F238E27FC236}">
                  <a16:creationId xmlns:a16="http://schemas.microsoft.com/office/drawing/2014/main" id="{F8F60B79-7AF5-4C5E-A5EF-126F117D59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7" name="Freeform 14">
              <a:extLst>
                <a:ext uri="{FF2B5EF4-FFF2-40B4-BE49-F238E27FC236}">
                  <a16:creationId xmlns:a16="http://schemas.microsoft.com/office/drawing/2014/main" id="{0A0438AD-9937-4C25-AB9E-7F8C8CCA23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8" name="Freeform 15">
              <a:extLst>
                <a:ext uri="{FF2B5EF4-FFF2-40B4-BE49-F238E27FC236}">
                  <a16:creationId xmlns:a16="http://schemas.microsoft.com/office/drawing/2014/main" id="{6FDE2726-7032-4BE4-A420-0ECF49A32A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id="{50C22C21-F8DB-486D-9042-765D68AE3A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0" name="Freeform 17">
              <a:extLst>
                <a:ext uri="{FF2B5EF4-FFF2-40B4-BE49-F238E27FC236}">
                  <a16:creationId xmlns:a16="http://schemas.microsoft.com/office/drawing/2014/main" id="{7F763F72-BB8F-482C-9FDA-40EDD6EE5F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1" name="Freeform 18">
              <a:extLst>
                <a:ext uri="{FF2B5EF4-FFF2-40B4-BE49-F238E27FC236}">
                  <a16:creationId xmlns:a16="http://schemas.microsoft.com/office/drawing/2014/main" id="{710F466C-6BEC-4970-9707-40D80027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2" name="Freeform 19">
              <a:extLst>
                <a:ext uri="{FF2B5EF4-FFF2-40B4-BE49-F238E27FC236}">
                  <a16:creationId xmlns:a16="http://schemas.microsoft.com/office/drawing/2014/main" id="{3332407D-F423-41B2-985F-8A4482C61D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3" name="Freeform 20">
              <a:extLst>
                <a:ext uri="{FF2B5EF4-FFF2-40B4-BE49-F238E27FC236}">
                  <a16:creationId xmlns:a16="http://schemas.microsoft.com/office/drawing/2014/main" id="{44E3286F-1188-47B1-8B46-3498795DF2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4" name="Freeform 21">
              <a:extLst>
                <a:ext uri="{FF2B5EF4-FFF2-40B4-BE49-F238E27FC236}">
                  <a16:creationId xmlns:a16="http://schemas.microsoft.com/office/drawing/2014/main" id="{E7BD9E0B-920A-4409-95E7-40A47107B3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5" name="Freeform 22">
              <a:extLst>
                <a:ext uri="{FF2B5EF4-FFF2-40B4-BE49-F238E27FC236}">
                  <a16:creationId xmlns:a16="http://schemas.microsoft.com/office/drawing/2014/main" id="{9D2625B8-0A5B-46EF-8302-77353AB0D3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6" name="Freeform 23">
              <a:extLst>
                <a:ext uri="{FF2B5EF4-FFF2-40B4-BE49-F238E27FC236}">
                  <a16:creationId xmlns:a16="http://schemas.microsoft.com/office/drawing/2014/main" id="{DE6C9E0E-C49B-4FBE-97F3-BB6DFAC574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7" name="Freeform 24">
              <a:extLst>
                <a:ext uri="{FF2B5EF4-FFF2-40B4-BE49-F238E27FC236}">
                  <a16:creationId xmlns:a16="http://schemas.microsoft.com/office/drawing/2014/main" id="{580801ED-9260-41DB-A0B7-5AF24B3227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8" name="Freeform 25">
              <a:extLst>
                <a:ext uri="{FF2B5EF4-FFF2-40B4-BE49-F238E27FC236}">
                  <a16:creationId xmlns:a16="http://schemas.microsoft.com/office/drawing/2014/main" id="{3A9842FB-6E95-4D11-B5B9-58C4CB82C2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9" name="Freeform 26">
              <a:extLst>
                <a:ext uri="{FF2B5EF4-FFF2-40B4-BE49-F238E27FC236}">
                  <a16:creationId xmlns:a16="http://schemas.microsoft.com/office/drawing/2014/main" id="{076538BB-C266-42BE-916B-458AF9EFB2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0" name="Freeform 27">
              <a:extLst>
                <a:ext uri="{FF2B5EF4-FFF2-40B4-BE49-F238E27FC236}">
                  <a16:creationId xmlns:a16="http://schemas.microsoft.com/office/drawing/2014/main" id="{A7C95C0F-A1E9-46B5-B9DB-284F35C728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1" name="Freeform 28">
              <a:extLst>
                <a:ext uri="{FF2B5EF4-FFF2-40B4-BE49-F238E27FC236}">
                  <a16:creationId xmlns:a16="http://schemas.microsoft.com/office/drawing/2014/main" id="{BEEA6186-B2B9-4E5E-9631-B6332C7FDB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2" name="Freeform 29">
              <a:extLst>
                <a:ext uri="{FF2B5EF4-FFF2-40B4-BE49-F238E27FC236}">
                  <a16:creationId xmlns:a16="http://schemas.microsoft.com/office/drawing/2014/main" id="{E9B00A5D-BE04-4D7D-B4A2-204E2D0E04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3" name="Freeform 30">
              <a:extLst>
                <a:ext uri="{FF2B5EF4-FFF2-40B4-BE49-F238E27FC236}">
                  <a16:creationId xmlns:a16="http://schemas.microsoft.com/office/drawing/2014/main" id="{72C85502-C007-49A3-A8AB-2BCC8C5394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4" name="Freeform 31">
              <a:extLst>
                <a:ext uri="{FF2B5EF4-FFF2-40B4-BE49-F238E27FC236}">
                  <a16:creationId xmlns:a16="http://schemas.microsoft.com/office/drawing/2014/main" id="{9A42586B-B388-4323-82EB-ED3423EDC5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5" name="Freeform 32">
              <a:extLst>
                <a:ext uri="{FF2B5EF4-FFF2-40B4-BE49-F238E27FC236}">
                  <a16:creationId xmlns:a16="http://schemas.microsoft.com/office/drawing/2014/main" id="{558D2F0C-3796-492F-9EBD-4BB822191F3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6" name="Freeform 33">
              <a:extLst>
                <a:ext uri="{FF2B5EF4-FFF2-40B4-BE49-F238E27FC236}">
                  <a16:creationId xmlns:a16="http://schemas.microsoft.com/office/drawing/2014/main" id="{DE4E3633-17EF-414F-A86D-0B6A9F2F09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7" name="Freeform 34">
              <a:extLst>
                <a:ext uri="{FF2B5EF4-FFF2-40B4-BE49-F238E27FC236}">
                  <a16:creationId xmlns:a16="http://schemas.microsoft.com/office/drawing/2014/main" id="{2572AE39-9386-47FC-B6AF-FBCF804BEB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8" name="Freeform 35">
              <a:extLst>
                <a:ext uri="{FF2B5EF4-FFF2-40B4-BE49-F238E27FC236}">
                  <a16:creationId xmlns:a16="http://schemas.microsoft.com/office/drawing/2014/main" id="{7096AEC6-B8C0-4212-842F-89677AE7D8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9" name="Freeform 36">
              <a:extLst>
                <a:ext uri="{FF2B5EF4-FFF2-40B4-BE49-F238E27FC236}">
                  <a16:creationId xmlns:a16="http://schemas.microsoft.com/office/drawing/2014/main" id="{406AD873-E434-40CF-BFBD-6D1D1CA7CB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0" name="Freeform 37">
              <a:extLst>
                <a:ext uri="{FF2B5EF4-FFF2-40B4-BE49-F238E27FC236}">
                  <a16:creationId xmlns:a16="http://schemas.microsoft.com/office/drawing/2014/main" id="{74857EE2-44CC-4E8F-B1BB-355509B3EF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1" name="Freeform 38">
              <a:extLst>
                <a:ext uri="{FF2B5EF4-FFF2-40B4-BE49-F238E27FC236}">
                  <a16:creationId xmlns:a16="http://schemas.microsoft.com/office/drawing/2014/main" id="{D39EC8B1-952E-4BF5-9735-6A38584161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2" name="Freeform 39">
              <a:extLst>
                <a:ext uri="{FF2B5EF4-FFF2-40B4-BE49-F238E27FC236}">
                  <a16:creationId xmlns:a16="http://schemas.microsoft.com/office/drawing/2014/main" id="{EA37D3DF-3401-44BD-97F4-F423BFC87A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3" name="Freeform 40">
              <a:extLst>
                <a:ext uri="{FF2B5EF4-FFF2-40B4-BE49-F238E27FC236}">
                  <a16:creationId xmlns:a16="http://schemas.microsoft.com/office/drawing/2014/main" id="{7DFA4B46-95EA-4D4D-800F-4D2DB7BB66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4" name="Freeform 41">
              <a:extLst>
                <a:ext uri="{FF2B5EF4-FFF2-40B4-BE49-F238E27FC236}">
                  <a16:creationId xmlns:a16="http://schemas.microsoft.com/office/drawing/2014/main" id="{EF5012BA-3255-4BEF-8F4F-9117A6BEF3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5" name="Freeform 42">
              <a:extLst>
                <a:ext uri="{FF2B5EF4-FFF2-40B4-BE49-F238E27FC236}">
                  <a16:creationId xmlns:a16="http://schemas.microsoft.com/office/drawing/2014/main" id="{223989A0-E246-4806-AF7E-9D6C2B1DD4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6" name="Freeform 43">
              <a:extLst>
                <a:ext uri="{FF2B5EF4-FFF2-40B4-BE49-F238E27FC236}">
                  <a16:creationId xmlns:a16="http://schemas.microsoft.com/office/drawing/2014/main" id="{5FED967A-F1ED-4489-A689-A9A49A278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7" name="Freeform 44">
              <a:extLst>
                <a:ext uri="{FF2B5EF4-FFF2-40B4-BE49-F238E27FC236}">
                  <a16:creationId xmlns:a16="http://schemas.microsoft.com/office/drawing/2014/main" id="{DA362954-FE74-40B7-AB98-CC8AC60FFC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8" name="Freeform 45">
              <a:extLst>
                <a:ext uri="{FF2B5EF4-FFF2-40B4-BE49-F238E27FC236}">
                  <a16:creationId xmlns:a16="http://schemas.microsoft.com/office/drawing/2014/main" id="{C1C7EF3F-CB28-4C69-901C-8F9F09C5B5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9" name="Freeform 46">
              <a:extLst>
                <a:ext uri="{FF2B5EF4-FFF2-40B4-BE49-F238E27FC236}">
                  <a16:creationId xmlns:a16="http://schemas.microsoft.com/office/drawing/2014/main" id="{80D5AA14-D31C-42E8-B89F-2FCABF2040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0" name="Freeform 47">
              <a:extLst>
                <a:ext uri="{FF2B5EF4-FFF2-40B4-BE49-F238E27FC236}">
                  <a16:creationId xmlns:a16="http://schemas.microsoft.com/office/drawing/2014/main" id="{3894EB82-A456-47F8-BB06-FE894AF4B8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1" name="Freeform 48">
              <a:extLst>
                <a:ext uri="{FF2B5EF4-FFF2-40B4-BE49-F238E27FC236}">
                  <a16:creationId xmlns:a16="http://schemas.microsoft.com/office/drawing/2014/main" id="{A88F5C3F-FAE1-4A50-86D3-E9A1CAA89A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2" name="Freeform 49">
              <a:extLst>
                <a:ext uri="{FF2B5EF4-FFF2-40B4-BE49-F238E27FC236}">
                  <a16:creationId xmlns:a16="http://schemas.microsoft.com/office/drawing/2014/main" id="{1EFCBDA7-FA42-4391-9872-95EB6DDEA6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3" name="Freeform 50">
              <a:extLst>
                <a:ext uri="{FF2B5EF4-FFF2-40B4-BE49-F238E27FC236}">
                  <a16:creationId xmlns:a16="http://schemas.microsoft.com/office/drawing/2014/main" id="{721D8C30-DB23-4A0B-8A74-BC46708647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4" name="Freeform 51">
              <a:extLst>
                <a:ext uri="{FF2B5EF4-FFF2-40B4-BE49-F238E27FC236}">
                  <a16:creationId xmlns:a16="http://schemas.microsoft.com/office/drawing/2014/main" id="{01AD00CA-8BC7-4B62-AC64-03851855A7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5" name="Freeform 52">
              <a:extLst>
                <a:ext uri="{FF2B5EF4-FFF2-40B4-BE49-F238E27FC236}">
                  <a16:creationId xmlns:a16="http://schemas.microsoft.com/office/drawing/2014/main" id="{BC957590-E3D7-48BF-A1DF-73DCD76738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6" name="Freeform 53">
              <a:extLst>
                <a:ext uri="{FF2B5EF4-FFF2-40B4-BE49-F238E27FC236}">
                  <a16:creationId xmlns:a16="http://schemas.microsoft.com/office/drawing/2014/main" id="{9BC2125B-AF0E-4411-AFA7-3F79B873BF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7" name="Freeform 54">
              <a:extLst>
                <a:ext uri="{FF2B5EF4-FFF2-40B4-BE49-F238E27FC236}">
                  <a16:creationId xmlns:a16="http://schemas.microsoft.com/office/drawing/2014/main" id="{1E5BE33C-9675-423A-802C-0A789DB185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8" name="Freeform 55">
              <a:extLst>
                <a:ext uri="{FF2B5EF4-FFF2-40B4-BE49-F238E27FC236}">
                  <a16:creationId xmlns:a16="http://schemas.microsoft.com/office/drawing/2014/main" id="{FB04A8AC-9DA2-4FB3-985A-DD8E643913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9" name="Freeform 56">
              <a:extLst>
                <a:ext uri="{FF2B5EF4-FFF2-40B4-BE49-F238E27FC236}">
                  <a16:creationId xmlns:a16="http://schemas.microsoft.com/office/drawing/2014/main" id="{F365BB87-C861-4F40-A844-477BAA1EAA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0" name="Freeform 57">
              <a:extLst>
                <a:ext uri="{FF2B5EF4-FFF2-40B4-BE49-F238E27FC236}">
                  <a16:creationId xmlns:a16="http://schemas.microsoft.com/office/drawing/2014/main" id="{8B7E2806-AAFA-45B5-B801-55C79A9277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1" name="Freeform 58">
              <a:extLst>
                <a:ext uri="{FF2B5EF4-FFF2-40B4-BE49-F238E27FC236}">
                  <a16:creationId xmlns:a16="http://schemas.microsoft.com/office/drawing/2014/main" id="{7A49B80F-B4C0-4F31-9238-8123D3E20D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2" name="Freeform 59">
              <a:extLst>
                <a:ext uri="{FF2B5EF4-FFF2-40B4-BE49-F238E27FC236}">
                  <a16:creationId xmlns:a16="http://schemas.microsoft.com/office/drawing/2014/main" id="{9C60C45F-865F-4118-A4B0-174C696B47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3" name="Freeform 60">
              <a:extLst>
                <a:ext uri="{FF2B5EF4-FFF2-40B4-BE49-F238E27FC236}">
                  <a16:creationId xmlns:a16="http://schemas.microsoft.com/office/drawing/2014/main" id="{15FBF980-B96C-472B-A46B-A731CA164E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4" name="Freeform 61">
              <a:extLst>
                <a:ext uri="{FF2B5EF4-FFF2-40B4-BE49-F238E27FC236}">
                  <a16:creationId xmlns:a16="http://schemas.microsoft.com/office/drawing/2014/main" id="{64F1DD18-05EE-4F9F-9E6B-E03C4C500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5" name="Freeform 62">
              <a:extLst>
                <a:ext uri="{FF2B5EF4-FFF2-40B4-BE49-F238E27FC236}">
                  <a16:creationId xmlns:a16="http://schemas.microsoft.com/office/drawing/2014/main" id="{6051CC00-BFF2-4334-9855-62AD588546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6" name="Freeform 63">
              <a:extLst>
                <a:ext uri="{FF2B5EF4-FFF2-40B4-BE49-F238E27FC236}">
                  <a16:creationId xmlns:a16="http://schemas.microsoft.com/office/drawing/2014/main" id="{905DD261-B224-46ED-8CEE-E8D180BA4B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7" name="Freeform 64">
              <a:extLst>
                <a:ext uri="{FF2B5EF4-FFF2-40B4-BE49-F238E27FC236}">
                  <a16:creationId xmlns:a16="http://schemas.microsoft.com/office/drawing/2014/main" id="{A23129DF-0296-4CA9-9723-124682F0A7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8" name="Freeform 65">
              <a:extLst>
                <a:ext uri="{FF2B5EF4-FFF2-40B4-BE49-F238E27FC236}">
                  <a16:creationId xmlns:a16="http://schemas.microsoft.com/office/drawing/2014/main" id="{A2A2BF8E-DA3A-4AC0-B7EB-7CAABFC9E6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9" name="Freeform 66">
              <a:extLst>
                <a:ext uri="{FF2B5EF4-FFF2-40B4-BE49-F238E27FC236}">
                  <a16:creationId xmlns:a16="http://schemas.microsoft.com/office/drawing/2014/main" id="{BEBFC1A4-92B9-418F-A0A9-2E210A37BC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0" name="Freeform 67">
              <a:extLst>
                <a:ext uri="{FF2B5EF4-FFF2-40B4-BE49-F238E27FC236}">
                  <a16:creationId xmlns:a16="http://schemas.microsoft.com/office/drawing/2014/main" id="{A28B9FD0-8354-4DD6-856A-157C5F8768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1" name="Freeform 68">
              <a:extLst>
                <a:ext uri="{FF2B5EF4-FFF2-40B4-BE49-F238E27FC236}">
                  <a16:creationId xmlns:a16="http://schemas.microsoft.com/office/drawing/2014/main" id="{83D3DEEE-A610-48BE-BADD-6BA188B5B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2" name="Freeform 69">
              <a:extLst>
                <a:ext uri="{FF2B5EF4-FFF2-40B4-BE49-F238E27FC236}">
                  <a16:creationId xmlns:a16="http://schemas.microsoft.com/office/drawing/2014/main" id="{463C7ADB-C654-4D24-9055-0B6003A770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3" name="Freeform 70">
              <a:extLst>
                <a:ext uri="{FF2B5EF4-FFF2-40B4-BE49-F238E27FC236}">
                  <a16:creationId xmlns:a16="http://schemas.microsoft.com/office/drawing/2014/main" id="{40CF3793-E792-4DB3-8064-4B43F4706A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Title 1"/>
          <p:cNvSpPr>
            <a:spLocks noGrp="1"/>
          </p:cNvSpPr>
          <p:nvPr userDrawn="1">
            <p:ph type="ctrTitle"/>
          </p:nvPr>
        </p:nvSpPr>
        <p:spPr>
          <a:xfrm>
            <a:off x="944880" y="2158329"/>
            <a:ext cx="4783882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9" name="Subtitle 2"/>
          <p:cNvSpPr>
            <a:spLocks noGrp="1"/>
          </p:cNvSpPr>
          <p:nvPr userDrawn="1">
            <p:ph type="subTitle" idx="1"/>
          </p:nvPr>
        </p:nvSpPr>
        <p:spPr>
          <a:xfrm>
            <a:off x="945072" y="3200329"/>
            <a:ext cx="4808028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4A731D0-020D-4D8E-955D-2354AF0FE452}"/>
              </a:ext>
            </a:extLst>
          </p:cNvPr>
          <p:cNvSpPr/>
          <p:nvPr userDrawn="1"/>
        </p:nvSpPr>
        <p:spPr>
          <a:xfrm>
            <a:off x="489367" y="723658"/>
            <a:ext cx="5680945" cy="3452894"/>
          </a:xfrm>
          <a:custGeom>
            <a:avLst/>
            <a:gdLst>
              <a:gd name="connsiteX0" fmla="*/ 8749 w 5680945"/>
              <a:gd name="connsiteY0" fmla="*/ 1021520 h 3452894"/>
              <a:gd name="connsiteX1" fmla="*/ 8749 w 5680945"/>
              <a:gd name="connsiteY1" fmla="*/ 3164181 h 3452894"/>
              <a:gd name="connsiteX2" fmla="*/ 151414 w 5680945"/>
              <a:gd name="connsiteY2" fmla="*/ 3164181 h 3452894"/>
              <a:gd name="connsiteX3" fmla="*/ 151414 w 5680945"/>
              <a:gd name="connsiteY3" fmla="*/ 1140155 h 3452894"/>
              <a:gd name="connsiteX4" fmla="*/ 5534897 w 5680945"/>
              <a:gd name="connsiteY4" fmla="*/ 179294 h 3452894"/>
              <a:gd name="connsiteX5" fmla="*/ 5534897 w 5680945"/>
              <a:gd name="connsiteY5" fmla="*/ 3306846 h 3452894"/>
              <a:gd name="connsiteX6" fmla="*/ 864624 w 5680945"/>
              <a:gd name="connsiteY6" fmla="*/ 3306846 h 3452894"/>
              <a:gd name="connsiteX7" fmla="*/ 864624 w 5680945"/>
              <a:gd name="connsiteY7" fmla="*/ 3449395 h 3452894"/>
              <a:gd name="connsiteX8" fmla="*/ 5677562 w 5680945"/>
              <a:gd name="connsiteY8" fmla="*/ 3449395 h 3452894"/>
              <a:gd name="connsiteX9" fmla="*/ 5677562 w 5680945"/>
              <a:gd name="connsiteY9" fmla="*/ 8749 h 3452894"/>
              <a:gd name="connsiteX10" fmla="*/ 8749 w 5680945"/>
              <a:gd name="connsiteY10" fmla="*/ 1021520 h 345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680945" h="3452894">
                <a:moveTo>
                  <a:pt x="8749" y="1021520"/>
                </a:moveTo>
                <a:lnTo>
                  <a:pt x="8749" y="3164181"/>
                </a:lnTo>
                <a:lnTo>
                  <a:pt x="151414" y="3164181"/>
                </a:lnTo>
                <a:lnTo>
                  <a:pt x="151414" y="1140155"/>
                </a:lnTo>
                <a:lnTo>
                  <a:pt x="5534897" y="179294"/>
                </a:lnTo>
                <a:lnTo>
                  <a:pt x="5534897" y="3306846"/>
                </a:lnTo>
                <a:lnTo>
                  <a:pt x="864624" y="3306846"/>
                </a:lnTo>
                <a:lnTo>
                  <a:pt x="864624" y="3449395"/>
                </a:lnTo>
                <a:lnTo>
                  <a:pt x="5677562" y="3449395"/>
                </a:lnTo>
                <a:lnTo>
                  <a:pt x="5677562" y="8749"/>
                </a:lnTo>
                <a:lnTo>
                  <a:pt x="8749" y="102152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5324C54-B75E-4AC0-90C2-FA558C7716F7}"/>
              </a:ext>
            </a:extLst>
          </p:cNvPr>
          <p:cNvSpPr/>
          <p:nvPr/>
        </p:nvSpPr>
        <p:spPr>
          <a:xfrm>
            <a:off x="489367" y="4021757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AA95478-C099-485F-AD95-A617656C6C7C}"/>
              </a:ext>
            </a:extLst>
          </p:cNvPr>
          <p:cNvSpPr/>
          <p:nvPr/>
        </p:nvSpPr>
        <p:spPr>
          <a:xfrm>
            <a:off x="774697" y="4021757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65680A1-86D1-44C2-AA38-0DF5735F1F26}"/>
              </a:ext>
            </a:extLst>
          </p:cNvPr>
          <p:cNvSpPr/>
          <p:nvPr/>
        </p:nvSpPr>
        <p:spPr>
          <a:xfrm>
            <a:off x="1059911" y="4021757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grpSp>
        <p:nvGrpSpPr>
          <p:cNvPr id="104" name="Group 4">
            <a:extLst>
              <a:ext uri="{FF2B5EF4-FFF2-40B4-BE49-F238E27FC236}">
                <a16:creationId xmlns:a16="http://schemas.microsoft.com/office/drawing/2014/main" id="{89402076-F24D-44C5-B8A7-1127F9C4B9B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105" name="Freeform 5">
              <a:extLst>
                <a:ext uri="{FF2B5EF4-FFF2-40B4-BE49-F238E27FC236}">
                  <a16:creationId xmlns:a16="http://schemas.microsoft.com/office/drawing/2014/main" id="{A239DDBF-0740-4B20-9CF3-A05C2A0BF5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06" name="Freeform 6">
              <a:extLst>
                <a:ext uri="{FF2B5EF4-FFF2-40B4-BE49-F238E27FC236}">
                  <a16:creationId xmlns:a16="http://schemas.microsoft.com/office/drawing/2014/main" id="{380EECCA-3396-425E-AB04-F11ABB1B509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</p:grpSp>
    </p:spTree>
    <p:extLst>
      <p:ext uri="{BB962C8B-B14F-4D97-AF65-F5344CB8AC3E}">
        <p14:creationId xmlns:p14="http://schemas.microsoft.com/office/powerpoint/2010/main" val="10660564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74">
            <a:extLst>
              <a:ext uri="{FF2B5EF4-FFF2-40B4-BE49-F238E27FC236}">
                <a16:creationId xmlns:a16="http://schemas.microsoft.com/office/drawing/2014/main" id="{32889845-07EE-48FB-A972-F8ECF1EF87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819BCB30-E1AA-4383-BEF0-0BE30C6425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366" y="869578"/>
            <a:ext cx="4848024" cy="3933825"/>
          </a:xfrm>
          <a:prstGeom prst="rect">
            <a:avLst/>
          </a:prstGeom>
        </p:spPr>
      </p:pic>
      <p:grpSp>
        <p:nvGrpSpPr>
          <p:cNvPr id="186" name="Group 185">
            <a:extLst>
              <a:ext uri="{FF2B5EF4-FFF2-40B4-BE49-F238E27FC236}">
                <a16:creationId xmlns:a16="http://schemas.microsoft.com/office/drawing/2014/main" id="{9CDE954B-B280-441B-9B2D-3DC58AAE3926}"/>
              </a:ext>
            </a:extLst>
          </p:cNvPr>
          <p:cNvGrpSpPr/>
          <p:nvPr userDrawn="1"/>
        </p:nvGrpSpPr>
        <p:grpSpPr>
          <a:xfrm>
            <a:off x="498115" y="5826614"/>
            <a:ext cx="3878023" cy="570195"/>
            <a:chOff x="498115" y="5951018"/>
            <a:chExt cx="3878023" cy="570195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3D8FAC8-9530-49D4-8284-D35D1B1509D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88" name="Rectangle 6">
              <a:extLst>
                <a:ext uri="{FF2B5EF4-FFF2-40B4-BE49-F238E27FC236}">
                  <a16:creationId xmlns:a16="http://schemas.microsoft.com/office/drawing/2014/main" id="{FD924F44-93C1-4254-B594-53DB14FD99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89" name="Rectangle 7">
              <a:extLst>
                <a:ext uri="{FF2B5EF4-FFF2-40B4-BE49-F238E27FC236}">
                  <a16:creationId xmlns:a16="http://schemas.microsoft.com/office/drawing/2014/main" id="{2A2DA425-7935-45A1-B63F-2D14CF8D5F9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90" name="Freeform 8">
              <a:extLst>
                <a:ext uri="{FF2B5EF4-FFF2-40B4-BE49-F238E27FC236}">
                  <a16:creationId xmlns:a16="http://schemas.microsoft.com/office/drawing/2014/main" id="{91EFF75E-13E7-4E35-B108-D9FD5E9C80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1" name="Freeform 9">
              <a:extLst>
                <a:ext uri="{FF2B5EF4-FFF2-40B4-BE49-F238E27FC236}">
                  <a16:creationId xmlns:a16="http://schemas.microsoft.com/office/drawing/2014/main" id="{4411951F-E009-4FE7-B2EC-47771CA8E1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2" name="Freeform 10">
              <a:extLst>
                <a:ext uri="{FF2B5EF4-FFF2-40B4-BE49-F238E27FC236}">
                  <a16:creationId xmlns:a16="http://schemas.microsoft.com/office/drawing/2014/main" id="{B28EE49C-5F5A-49C6-AEB8-6D12DDF344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3" name="Freeform 11">
              <a:extLst>
                <a:ext uri="{FF2B5EF4-FFF2-40B4-BE49-F238E27FC236}">
                  <a16:creationId xmlns:a16="http://schemas.microsoft.com/office/drawing/2014/main" id="{6E2B7D76-D660-491F-8B04-169C6F138B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4" name="Freeform 12">
              <a:extLst>
                <a:ext uri="{FF2B5EF4-FFF2-40B4-BE49-F238E27FC236}">
                  <a16:creationId xmlns:a16="http://schemas.microsoft.com/office/drawing/2014/main" id="{41BE51DE-402B-48B5-99C8-D8BB9A32DF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5" name="Freeform 13">
              <a:extLst>
                <a:ext uri="{FF2B5EF4-FFF2-40B4-BE49-F238E27FC236}">
                  <a16:creationId xmlns:a16="http://schemas.microsoft.com/office/drawing/2014/main" id="{8D5E878B-8859-44FA-A69D-DCE630AAB0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6" name="Freeform 14">
              <a:extLst>
                <a:ext uri="{FF2B5EF4-FFF2-40B4-BE49-F238E27FC236}">
                  <a16:creationId xmlns:a16="http://schemas.microsoft.com/office/drawing/2014/main" id="{08D55808-ECDC-4E9B-84ED-7301E9E716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7" name="Freeform 15">
              <a:extLst>
                <a:ext uri="{FF2B5EF4-FFF2-40B4-BE49-F238E27FC236}">
                  <a16:creationId xmlns:a16="http://schemas.microsoft.com/office/drawing/2014/main" id="{3436B310-313E-4A53-A70D-CA0D0D97FE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id="{F3CE55A9-AE55-4169-A58D-8171D9916E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9" name="Freeform 17">
              <a:extLst>
                <a:ext uri="{FF2B5EF4-FFF2-40B4-BE49-F238E27FC236}">
                  <a16:creationId xmlns:a16="http://schemas.microsoft.com/office/drawing/2014/main" id="{FA01BC48-4605-46FC-A7AC-192C7DBCA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0" name="Freeform 18">
              <a:extLst>
                <a:ext uri="{FF2B5EF4-FFF2-40B4-BE49-F238E27FC236}">
                  <a16:creationId xmlns:a16="http://schemas.microsoft.com/office/drawing/2014/main" id="{870190F3-472B-4296-B88D-D6904B9F3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1" name="Freeform 19">
              <a:extLst>
                <a:ext uri="{FF2B5EF4-FFF2-40B4-BE49-F238E27FC236}">
                  <a16:creationId xmlns:a16="http://schemas.microsoft.com/office/drawing/2014/main" id="{6CEA0F2B-4AAB-4A16-B7F1-CFCB0C0DCE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2" name="Freeform 20">
              <a:extLst>
                <a:ext uri="{FF2B5EF4-FFF2-40B4-BE49-F238E27FC236}">
                  <a16:creationId xmlns:a16="http://schemas.microsoft.com/office/drawing/2014/main" id="{CD64F657-7EE7-4AF2-ADE4-160C87E64D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3" name="Freeform 21">
              <a:extLst>
                <a:ext uri="{FF2B5EF4-FFF2-40B4-BE49-F238E27FC236}">
                  <a16:creationId xmlns:a16="http://schemas.microsoft.com/office/drawing/2014/main" id="{FA80A690-9084-4519-8D88-A01963C023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4" name="Freeform 22">
              <a:extLst>
                <a:ext uri="{FF2B5EF4-FFF2-40B4-BE49-F238E27FC236}">
                  <a16:creationId xmlns:a16="http://schemas.microsoft.com/office/drawing/2014/main" id="{E847401D-2482-482A-AC12-D2E83C1354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5" name="Freeform 23">
              <a:extLst>
                <a:ext uri="{FF2B5EF4-FFF2-40B4-BE49-F238E27FC236}">
                  <a16:creationId xmlns:a16="http://schemas.microsoft.com/office/drawing/2014/main" id="{86054F72-4509-4465-B9A8-8DAE3EFD35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6" name="Freeform 24">
              <a:extLst>
                <a:ext uri="{FF2B5EF4-FFF2-40B4-BE49-F238E27FC236}">
                  <a16:creationId xmlns:a16="http://schemas.microsoft.com/office/drawing/2014/main" id="{813850E4-4B62-4FDA-ABD6-F5A5AA5E7C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7" name="Freeform 25">
              <a:extLst>
                <a:ext uri="{FF2B5EF4-FFF2-40B4-BE49-F238E27FC236}">
                  <a16:creationId xmlns:a16="http://schemas.microsoft.com/office/drawing/2014/main" id="{1B4F0124-2FAE-4D54-9ECC-E88A8031BB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8" name="Freeform 26">
              <a:extLst>
                <a:ext uri="{FF2B5EF4-FFF2-40B4-BE49-F238E27FC236}">
                  <a16:creationId xmlns:a16="http://schemas.microsoft.com/office/drawing/2014/main" id="{2A730E5F-DF9C-488E-B4E0-EE9F501529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9" name="Freeform 27">
              <a:extLst>
                <a:ext uri="{FF2B5EF4-FFF2-40B4-BE49-F238E27FC236}">
                  <a16:creationId xmlns:a16="http://schemas.microsoft.com/office/drawing/2014/main" id="{39861D7E-D8DA-436F-9E2F-5C08A8BFB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0" name="Freeform 28">
              <a:extLst>
                <a:ext uri="{FF2B5EF4-FFF2-40B4-BE49-F238E27FC236}">
                  <a16:creationId xmlns:a16="http://schemas.microsoft.com/office/drawing/2014/main" id="{8B038F9F-6A9C-4E57-A659-0090AF4705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1" name="Freeform 29">
              <a:extLst>
                <a:ext uri="{FF2B5EF4-FFF2-40B4-BE49-F238E27FC236}">
                  <a16:creationId xmlns:a16="http://schemas.microsoft.com/office/drawing/2014/main" id="{15E4EB7D-754D-4053-9A23-596C7CFDA9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2" name="Freeform 30">
              <a:extLst>
                <a:ext uri="{FF2B5EF4-FFF2-40B4-BE49-F238E27FC236}">
                  <a16:creationId xmlns:a16="http://schemas.microsoft.com/office/drawing/2014/main" id="{28E147CB-2B8F-497B-B00B-C25E679DC5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3" name="Freeform 31">
              <a:extLst>
                <a:ext uri="{FF2B5EF4-FFF2-40B4-BE49-F238E27FC236}">
                  <a16:creationId xmlns:a16="http://schemas.microsoft.com/office/drawing/2014/main" id="{E68BC676-C787-429D-B59B-1A5CE062F7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4" name="Freeform 32">
              <a:extLst>
                <a:ext uri="{FF2B5EF4-FFF2-40B4-BE49-F238E27FC236}">
                  <a16:creationId xmlns:a16="http://schemas.microsoft.com/office/drawing/2014/main" id="{71266960-73CB-44B9-9A97-8108589891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5" name="Freeform 33">
              <a:extLst>
                <a:ext uri="{FF2B5EF4-FFF2-40B4-BE49-F238E27FC236}">
                  <a16:creationId xmlns:a16="http://schemas.microsoft.com/office/drawing/2014/main" id="{3FF3AC5A-B742-4B29-8E04-03A71D82B9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6" name="Freeform 34">
              <a:extLst>
                <a:ext uri="{FF2B5EF4-FFF2-40B4-BE49-F238E27FC236}">
                  <a16:creationId xmlns:a16="http://schemas.microsoft.com/office/drawing/2014/main" id="{0C912743-E24B-4E48-8196-5FBD1ECEE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7" name="Freeform 35">
              <a:extLst>
                <a:ext uri="{FF2B5EF4-FFF2-40B4-BE49-F238E27FC236}">
                  <a16:creationId xmlns:a16="http://schemas.microsoft.com/office/drawing/2014/main" id="{6E2F01F4-1410-4FE1-B043-EA97A1541F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8" name="Freeform 36">
              <a:extLst>
                <a:ext uri="{FF2B5EF4-FFF2-40B4-BE49-F238E27FC236}">
                  <a16:creationId xmlns:a16="http://schemas.microsoft.com/office/drawing/2014/main" id="{58ACFF1C-49F0-414E-B9E3-DE4E9FFA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9" name="Freeform 37">
              <a:extLst>
                <a:ext uri="{FF2B5EF4-FFF2-40B4-BE49-F238E27FC236}">
                  <a16:creationId xmlns:a16="http://schemas.microsoft.com/office/drawing/2014/main" id="{DACBD04B-22FF-4A4F-8B29-A2F31A0542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0" name="Freeform 38">
              <a:extLst>
                <a:ext uri="{FF2B5EF4-FFF2-40B4-BE49-F238E27FC236}">
                  <a16:creationId xmlns:a16="http://schemas.microsoft.com/office/drawing/2014/main" id="{A13F6E37-C22B-4FD3-ADFE-9C53ECB446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1" name="Freeform 39">
              <a:extLst>
                <a:ext uri="{FF2B5EF4-FFF2-40B4-BE49-F238E27FC236}">
                  <a16:creationId xmlns:a16="http://schemas.microsoft.com/office/drawing/2014/main" id="{76256F1D-405A-49F9-8592-A899623F2D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2" name="Freeform 40">
              <a:extLst>
                <a:ext uri="{FF2B5EF4-FFF2-40B4-BE49-F238E27FC236}">
                  <a16:creationId xmlns:a16="http://schemas.microsoft.com/office/drawing/2014/main" id="{2F9CAE14-DB05-4B70-867F-3F6164BDB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3" name="Freeform 41">
              <a:extLst>
                <a:ext uri="{FF2B5EF4-FFF2-40B4-BE49-F238E27FC236}">
                  <a16:creationId xmlns:a16="http://schemas.microsoft.com/office/drawing/2014/main" id="{30C7B10F-7027-41F9-BEE2-F1575CB690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4" name="Freeform 42">
              <a:extLst>
                <a:ext uri="{FF2B5EF4-FFF2-40B4-BE49-F238E27FC236}">
                  <a16:creationId xmlns:a16="http://schemas.microsoft.com/office/drawing/2014/main" id="{16B384B2-A2D9-4CB4-AF87-AF1004852B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5" name="Freeform 43">
              <a:extLst>
                <a:ext uri="{FF2B5EF4-FFF2-40B4-BE49-F238E27FC236}">
                  <a16:creationId xmlns:a16="http://schemas.microsoft.com/office/drawing/2014/main" id="{DC309D60-84B9-4652-BEF1-F71EFAD3A4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6" name="Freeform 44">
              <a:extLst>
                <a:ext uri="{FF2B5EF4-FFF2-40B4-BE49-F238E27FC236}">
                  <a16:creationId xmlns:a16="http://schemas.microsoft.com/office/drawing/2014/main" id="{A4440044-5486-483F-B652-7EE3849461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7" name="Freeform 45">
              <a:extLst>
                <a:ext uri="{FF2B5EF4-FFF2-40B4-BE49-F238E27FC236}">
                  <a16:creationId xmlns:a16="http://schemas.microsoft.com/office/drawing/2014/main" id="{446771E9-EA09-4256-8955-FE392C07AF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8" name="Freeform 46">
              <a:extLst>
                <a:ext uri="{FF2B5EF4-FFF2-40B4-BE49-F238E27FC236}">
                  <a16:creationId xmlns:a16="http://schemas.microsoft.com/office/drawing/2014/main" id="{FE985025-CAA5-44F2-9174-87CD1D8BA1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9" name="Freeform 47">
              <a:extLst>
                <a:ext uri="{FF2B5EF4-FFF2-40B4-BE49-F238E27FC236}">
                  <a16:creationId xmlns:a16="http://schemas.microsoft.com/office/drawing/2014/main" id="{1105FBBE-AD06-4F22-94D8-E2E98185FA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0" name="Freeform 48">
              <a:extLst>
                <a:ext uri="{FF2B5EF4-FFF2-40B4-BE49-F238E27FC236}">
                  <a16:creationId xmlns:a16="http://schemas.microsoft.com/office/drawing/2014/main" id="{8141824A-6AD4-4B53-B837-71461DD538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1" name="Freeform 49">
              <a:extLst>
                <a:ext uri="{FF2B5EF4-FFF2-40B4-BE49-F238E27FC236}">
                  <a16:creationId xmlns:a16="http://schemas.microsoft.com/office/drawing/2014/main" id="{1CEF1D95-CD6C-417A-9539-CB4DBAA5E0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2" name="Freeform 50">
              <a:extLst>
                <a:ext uri="{FF2B5EF4-FFF2-40B4-BE49-F238E27FC236}">
                  <a16:creationId xmlns:a16="http://schemas.microsoft.com/office/drawing/2014/main" id="{BF6CB5D3-9648-4D73-AB7C-5374814E5B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3" name="Freeform 51">
              <a:extLst>
                <a:ext uri="{FF2B5EF4-FFF2-40B4-BE49-F238E27FC236}">
                  <a16:creationId xmlns:a16="http://schemas.microsoft.com/office/drawing/2014/main" id="{55F0E322-3AEE-482E-8E59-9FB04FACA9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4" name="Freeform 52">
              <a:extLst>
                <a:ext uri="{FF2B5EF4-FFF2-40B4-BE49-F238E27FC236}">
                  <a16:creationId xmlns:a16="http://schemas.microsoft.com/office/drawing/2014/main" id="{0D3C59AD-7CCF-4166-9D21-3C348488931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5" name="Freeform 53">
              <a:extLst>
                <a:ext uri="{FF2B5EF4-FFF2-40B4-BE49-F238E27FC236}">
                  <a16:creationId xmlns:a16="http://schemas.microsoft.com/office/drawing/2014/main" id="{9C9DA4CE-7B4D-42AE-9264-92B7D7757D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6" name="Freeform 54">
              <a:extLst>
                <a:ext uri="{FF2B5EF4-FFF2-40B4-BE49-F238E27FC236}">
                  <a16:creationId xmlns:a16="http://schemas.microsoft.com/office/drawing/2014/main" id="{DBCBD0D2-5C9C-4B12-8CF8-9CA320825E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7" name="Freeform 55">
              <a:extLst>
                <a:ext uri="{FF2B5EF4-FFF2-40B4-BE49-F238E27FC236}">
                  <a16:creationId xmlns:a16="http://schemas.microsoft.com/office/drawing/2014/main" id="{CDCFBD31-7961-4587-876E-1FAFC4E74A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8" name="Freeform 56">
              <a:extLst>
                <a:ext uri="{FF2B5EF4-FFF2-40B4-BE49-F238E27FC236}">
                  <a16:creationId xmlns:a16="http://schemas.microsoft.com/office/drawing/2014/main" id="{52482C08-723A-4738-9787-3516B3C171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9" name="Freeform 57">
              <a:extLst>
                <a:ext uri="{FF2B5EF4-FFF2-40B4-BE49-F238E27FC236}">
                  <a16:creationId xmlns:a16="http://schemas.microsoft.com/office/drawing/2014/main" id="{5B72A8F0-33E3-42CD-88C2-C35BEC0E98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0" name="Freeform 58">
              <a:extLst>
                <a:ext uri="{FF2B5EF4-FFF2-40B4-BE49-F238E27FC236}">
                  <a16:creationId xmlns:a16="http://schemas.microsoft.com/office/drawing/2014/main" id="{73FC54A2-6588-499B-968A-79F4CA9CF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1" name="Freeform 59">
              <a:extLst>
                <a:ext uri="{FF2B5EF4-FFF2-40B4-BE49-F238E27FC236}">
                  <a16:creationId xmlns:a16="http://schemas.microsoft.com/office/drawing/2014/main" id="{1E6AB002-C130-4648-A18E-BA496FF175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2" name="Freeform 60">
              <a:extLst>
                <a:ext uri="{FF2B5EF4-FFF2-40B4-BE49-F238E27FC236}">
                  <a16:creationId xmlns:a16="http://schemas.microsoft.com/office/drawing/2014/main" id="{B0044278-9F7F-4596-96D2-ACFBE0DEC0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3" name="Freeform 61">
              <a:extLst>
                <a:ext uri="{FF2B5EF4-FFF2-40B4-BE49-F238E27FC236}">
                  <a16:creationId xmlns:a16="http://schemas.microsoft.com/office/drawing/2014/main" id="{79F75E0D-27A7-44C1-BF19-495F4768F9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4" name="Freeform 62">
              <a:extLst>
                <a:ext uri="{FF2B5EF4-FFF2-40B4-BE49-F238E27FC236}">
                  <a16:creationId xmlns:a16="http://schemas.microsoft.com/office/drawing/2014/main" id="{E5B9E395-C74C-4D98-8911-EE2C765D8B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5" name="Freeform 63">
              <a:extLst>
                <a:ext uri="{FF2B5EF4-FFF2-40B4-BE49-F238E27FC236}">
                  <a16:creationId xmlns:a16="http://schemas.microsoft.com/office/drawing/2014/main" id="{53BB8418-388C-4142-9A80-8BF00A87F7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6" name="Freeform 64">
              <a:extLst>
                <a:ext uri="{FF2B5EF4-FFF2-40B4-BE49-F238E27FC236}">
                  <a16:creationId xmlns:a16="http://schemas.microsoft.com/office/drawing/2014/main" id="{0256DB41-B3C1-4FEB-B394-9762C00E7F7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7" name="Freeform 65">
              <a:extLst>
                <a:ext uri="{FF2B5EF4-FFF2-40B4-BE49-F238E27FC236}">
                  <a16:creationId xmlns:a16="http://schemas.microsoft.com/office/drawing/2014/main" id="{F2BC9C1F-3F30-47A6-B503-20FB179B7F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8" name="Freeform 66">
              <a:extLst>
                <a:ext uri="{FF2B5EF4-FFF2-40B4-BE49-F238E27FC236}">
                  <a16:creationId xmlns:a16="http://schemas.microsoft.com/office/drawing/2014/main" id="{F2E1921C-CA0E-4886-93CA-956A6497CF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9" name="Freeform 67">
              <a:extLst>
                <a:ext uri="{FF2B5EF4-FFF2-40B4-BE49-F238E27FC236}">
                  <a16:creationId xmlns:a16="http://schemas.microsoft.com/office/drawing/2014/main" id="{33147323-CD74-4B45-8B3D-9FC2D6ABC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50" name="Freeform 68">
              <a:extLst>
                <a:ext uri="{FF2B5EF4-FFF2-40B4-BE49-F238E27FC236}">
                  <a16:creationId xmlns:a16="http://schemas.microsoft.com/office/drawing/2014/main" id="{646502BE-8655-4E99-B8D3-19E6C1D2B9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51" name="Freeform 69">
              <a:extLst>
                <a:ext uri="{FF2B5EF4-FFF2-40B4-BE49-F238E27FC236}">
                  <a16:creationId xmlns:a16="http://schemas.microsoft.com/office/drawing/2014/main" id="{7B89F1B5-6B06-45D2-838B-039A44EFFD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52" name="Freeform 70">
              <a:extLst>
                <a:ext uri="{FF2B5EF4-FFF2-40B4-BE49-F238E27FC236}">
                  <a16:creationId xmlns:a16="http://schemas.microsoft.com/office/drawing/2014/main" id="{07A005EC-C937-4146-8D02-C00C5931EB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</p:grpSp>
      <p:sp>
        <p:nvSpPr>
          <p:cNvPr id="263" name="Title 1">
            <a:extLst>
              <a:ext uri="{FF2B5EF4-FFF2-40B4-BE49-F238E27FC236}">
                <a16:creationId xmlns:a16="http://schemas.microsoft.com/office/drawing/2014/main" id="{3F36D6CC-3534-47CC-AECE-83EDA4639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880" y="2158329"/>
            <a:ext cx="4000436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64" name="Subtitle 2">
            <a:extLst>
              <a:ext uri="{FF2B5EF4-FFF2-40B4-BE49-F238E27FC236}">
                <a16:creationId xmlns:a16="http://schemas.microsoft.com/office/drawing/2014/main" id="{C26FB38E-4E99-4AFB-8C8C-F03F7A963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072" y="3200329"/>
            <a:ext cx="4020628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grpSp>
        <p:nvGrpSpPr>
          <p:cNvPr id="82" name="Group 4">
            <a:extLst>
              <a:ext uri="{FF2B5EF4-FFF2-40B4-BE49-F238E27FC236}">
                <a16:creationId xmlns:a16="http://schemas.microsoft.com/office/drawing/2014/main" id="{A63454B3-EB4E-450A-98AA-6B5943D8973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83" name="Freeform 5">
              <a:extLst>
                <a:ext uri="{FF2B5EF4-FFF2-40B4-BE49-F238E27FC236}">
                  <a16:creationId xmlns:a16="http://schemas.microsoft.com/office/drawing/2014/main" id="{C4ED221A-C963-42C0-91ED-C597F6BDAF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id="{7956D1CB-5F24-4766-80AE-D755153834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</p:grpSp>
    </p:spTree>
    <p:extLst>
      <p:ext uri="{BB962C8B-B14F-4D97-AF65-F5344CB8AC3E}">
        <p14:creationId xmlns:p14="http://schemas.microsoft.com/office/powerpoint/2010/main" val="14199964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3034B9-34B7-9C3A-EB4E-6C3DF44C2B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4"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28590C-C50C-3DF8-13C5-A7F93D01D715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solidFill>
            <a:schemeClr val="tx1">
              <a:alpha val="90000"/>
            </a:schemeClr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550" y="296863"/>
            <a:ext cx="11017250" cy="611186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809893-F541-42A5-CC40-4CD5A2C82BAF}"/>
              </a:ext>
            </a:extLst>
          </p:cNvPr>
          <p:cNvSpPr>
            <a:spLocks/>
          </p:cNvSpPr>
          <p:nvPr userDrawn="1"/>
        </p:nvSpPr>
        <p:spPr>
          <a:xfrm>
            <a:off x="453549" y="296862"/>
            <a:ext cx="86201" cy="611187"/>
          </a:xfrm>
          <a:prstGeom prst="rect">
            <a:avLst/>
          </a:prstGeom>
          <a:solidFill>
            <a:srgbClr val="FFE600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8F1CC30E-F33F-5F45-3AFF-3EB38E8ABAD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7125" y="6356350"/>
            <a:ext cx="303213" cy="311150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89F4DD49-B219-EF76-26EE-8087322AD1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05B8782-0320-0407-D209-8D2401BD7E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8A0EBB14-3EB4-2282-79EC-16A2A212A2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5BCA6174-BE05-AE35-C248-30C8888CE6C7}"/>
              </a:ext>
            </a:extLst>
          </p:cNvPr>
          <p:cNvSpPr txBox="1">
            <a:spLocks/>
          </p:cNvSpPr>
          <p:nvPr userDrawn="1"/>
        </p:nvSpPr>
        <p:spPr>
          <a:xfrm>
            <a:off x="609600" y="6493806"/>
            <a:ext cx="3086100" cy="134879"/>
          </a:xfrm>
          <a:prstGeom prst="rect">
            <a:avLst/>
          </a:prstGeom>
        </p:spPr>
        <p:txBody>
          <a:bodyPr lIns="0" anchor="ctr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Forensics Forage </a:t>
            </a:r>
          </a:p>
        </p:txBody>
      </p:sp>
    </p:spTree>
    <p:extLst>
      <p:ext uri="{BB962C8B-B14F-4D97-AF65-F5344CB8AC3E}">
        <p14:creationId xmlns:p14="http://schemas.microsoft.com/office/powerpoint/2010/main" val="19655916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3034B9-34B7-9C3A-EB4E-6C3DF44C2B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4"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28590C-C50C-3DF8-13C5-A7F93D01D715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solidFill>
            <a:schemeClr val="tx1">
              <a:alpha val="90000"/>
            </a:schemeClr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8F1CC30E-F33F-5F45-3AFF-3EB38E8ABAD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7125" y="6356350"/>
            <a:ext cx="303213" cy="311150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89F4DD49-B219-EF76-26EE-8087322AD1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05B8782-0320-0407-D209-8D2401BD7E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8A0EBB14-3EB4-2282-79EC-16A2A212A2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8B6E06C-88EF-AF3A-0D7E-1DABFCF0137D}"/>
              </a:ext>
            </a:extLst>
          </p:cNvPr>
          <p:cNvSpPr txBox="1">
            <a:spLocks/>
          </p:cNvSpPr>
          <p:nvPr userDrawn="1"/>
        </p:nvSpPr>
        <p:spPr>
          <a:xfrm>
            <a:off x="609600" y="6493806"/>
            <a:ext cx="3086100" cy="134879"/>
          </a:xfrm>
          <a:prstGeom prst="rect">
            <a:avLst/>
          </a:prstGeom>
        </p:spPr>
        <p:txBody>
          <a:bodyPr lIns="0" anchor="ctr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Forensics Forage </a:t>
            </a:r>
          </a:p>
        </p:txBody>
      </p:sp>
    </p:spTree>
    <p:extLst>
      <p:ext uri="{BB962C8B-B14F-4D97-AF65-F5344CB8AC3E}">
        <p14:creationId xmlns:p14="http://schemas.microsoft.com/office/powerpoint/2010/main" val="15934541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919" y="294200"/>
            <a:ext cx="10978515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Standard slide</a:t>
            </a:r>
            <a:endParaRPr lang="en-GB" dirty="0"/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6330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1794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0052CFA6-7CF5-41BD-9D94-2D0DAE10842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835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IN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3700804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129049-E3D5-4C0A-BB1F-72BEDB1FB5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6" y="0"/>
            <a:ext cx="12192000" cy="6858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799" y="719139"/>
            <a:ext cx="4677635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920049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501A2F11-32A0-4526-A5F7-F4382DA5B4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55" y="0"/>
            <a:ext cx="12192000" cy="6858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799" y="719139"/>
            <a:ext cx="4677635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466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83BDE2E-2BCF-4140-945E-7D5610CDE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54" y="0"/>
            <a:ext cx="12192005" cy="6858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799" y="719139"/>
            <a:ext cx="4677635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29420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10978515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919" y="1137920"/>
            <a:ext cx="10978515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ABA621AC-91DA-4716-A450-56540FA39C3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7126" y="6356350"/>
            <a:ext cx="303213" cy="311150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76E3EDA9-8EAC-419E-8C11-4E1E158AF7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ABC9458B-8C2C-486A-8ADE-F22CCDC7E2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0A4C4046-69B4-41DA-AA2E-E892AEC9AA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</p:grp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8E40445-96C1-4E4B-4EE3-0B7C23175D60}"/>
              </a:ext>
            </a:extLst>
          </p:cNvPr>
          <p:cNvSpPr txBox="1">
            <a:spLocks/>
          </p:cNvSpPr>
          <p:nvPr userDrawn="1"/>
        </p:nvSpPr>
        <p:spPr>
          <a:xfrm>
            <a:off x="609600" y="6493806"/>
            <a:ext cx="3086100" cy="134879"/>
          </a:xfrm>
          <a:prstGeom prst="rect">
            <a:avLst/>
          </a:prstGeom>
        </p:spPr>
        <p:txBody>
          <a:bodyPr lIns="0" anchor="ctr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Forensics Forage </a:t>
            </a:r>
          </a:p>
        </p:txBody>
      </p:sp>
    </p:spTree>
    <p:extLst>
      <p:ext uri="{BB962C8B-B14F-4D97-AF65-F5344CB8AC3E}">
        <p14:creationId xmlns:p14="http://schemas.microsoft.com/office/powerpoint/2010/main" val="423129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1" r:id="rId1"/>
    <p:sldLayoutId id="2147484012" r:id="rId2"/>
    <p:sldLayoutId id="2147484013" r:id="rId3"/>
    <p:sldLayoutId id="2147484009" r:id="rId4"/>
    <p:sldLayoutId id="2147484060" r:id="rId5"/>
    <p:sldLayoutId id="2147484015" r:id="rId6"/>
    <p:sldLayoutId id="2147484034" r:id="rId7"/>
    <p:sldLayoutId id="2147484035" r:id="rId8"/>
    <p:sldLayoutId id="2147484036" r:id="rId9"/>
    <p:sldLayoutId id="2147484037" r:id="rId10"/>
    <p:sldLayoutId id="2147484038" r:id="rId11"/>
  </p:sldLayoutIdLst>
  <p:hf hdr="0"/>
  <p:txStyles>
    <p:titleStyle>
      <a:lvl1pPr algn="l" defTabSz="913943" rtl="0" eaLnBrk="1" latinLnBrk="0" hangingPunct="1">
        <a:lnSpc>
          <a:spcPct val="85000"/>
        </a:lnSpc>
        <a:spcBef>
          <a:spcPct val="0"/>
        </a:spcBef>
        <a:buNone/>
        <a:defRPr sz="2399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438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9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2875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7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313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5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5751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3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2188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1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3343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6" userDrawn="1">
          <p15:clr>
            <a:srgbClr val="F26B43"/>
          </p15:clr>
        </p15:guide>
        <p15:guide id="2" pos="7322" userDrawn="1">
          <p15:clr>
            <a:srgbClr val="F26B43"/>
          </p15:clr>
        </p15:guide>
        <p15:guide id="3" orient="horz" pos="38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7A9CD-CBBB-86C4-6753-8D37ED5DD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Crossword puzzle</a:t>
            </a:r>
            <a:br>
              <a:rPr lang="en-IN" dirty="0">
                <a:latin typeface="+mn-lt"/>
              </a:rPr>
            </a:br>
            <a:r>
              <a:rPr lang="en-IN" sz="1800" dirty="0">
                <a:solidFill>
                  <a:srgbClr val="FFE600"/>
                </a:solidFill>
                <a:latin typeface="+mn-lt"/>
              </a:rPr>
              <a:t>Answers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2C400F-C172-8A22-DCF2-372B6253B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97234"/>
              </p:ext>
            </p:extLst>
          </p:nvPr>
        </p:nvGraphicFramePr>
        <p:xfrm>
          <a:off x="590550" y="1134911"/>
          <a:ext cx="7079590" cy="4957920"/>
        </p:xfrm>
        <a:graphic>
          <a:graphicData uri="http://schemas.openxmlformats.org/drawingml/2006/table">
            <a:tbl>
              <a:tblPr/>
              <a:tblGrid>
                <a:gridCol w="372610">
                  <a:extLst>
                    <a:ext uri="{9D8B030D-6E8A-4147-A177-3AD203B41FA5}">
                      <a16:colId xmlns:a16="http://schemas.microsoft.com/office/drawing/2014/main" val="102616338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2435692577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218135084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2192146744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3669684964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3467504586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4133099662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172178901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1494759561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3857252729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1816646604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3168166276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11301136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1715401651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3713331862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2489393481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3605901415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238511107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1550747615"/>
                    </a:ext>
                  </a:extLst>
                </a:gridCol>
              </a:tblGrid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8</a:t>
                      </a: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9</a:t>
                      </a: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IN" sz="1200" b="1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5168639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7</a:t>
                      </a:r>
                    </a:p>
                  </a:txBody>
                  <a:tcPr marL="35981" marR="35981" marT="35981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FE600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1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F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R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A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U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D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10</a:t>
                      </a:r>
                      <a:endParaRPr lang="en-IN" sz="1200" b="0" i="0" u="none" strike="noStrike" dirty="0">
                        <a:solidFill>
                          <a:srgbClr val="FFE600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4745634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</a:rPr>
                        <a:t>C</a:t>
                      </a:r>
                      <a:endParaRPr lang="en-IN" sz="1200" b="0" i="0" u="none" strike="noStrike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N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N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2216025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2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C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O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M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P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L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I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A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N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C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V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U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3272171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FE600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R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L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7686916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3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B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I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B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E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R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Y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S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P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1446220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U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Z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T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I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0439179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P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11</a:t>
                      </a: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E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12</a:t>
                      </a: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chemeClr val="tx2"/>
                          </a:solidFill>
                          <a:effectLst/>
                          <a:latin typeface="EYInterstate Light" panose="02000506000000020004" pitchFamily="2" charset="0"/>
                        </a:rPr>
                        <a:t>4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D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I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L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G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E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C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46695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  <a:endParaRPr lang="en-IN" sz="1200" b="0" i="0" u="none" strike="noStrike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G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I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21829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5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N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T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G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R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T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Y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A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O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683998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O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D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S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T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N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335950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N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F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K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731653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L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O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7428545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6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A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S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S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E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S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M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E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N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333940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kern="1200" dirty="0">
                          <a:solidFill>
                            <a:srgbClr val="2E2E38"/>
                          </a:solidFill>
                          <a:effectLst/>
                          <a:latin typeface="EYInterstate Light" panose="02000506000000020004" pitchFamily="2" charset="0"/>
                          <a:ea typeface="+mn-ea"/>
                          <a:cs typeface="+mn-cs"/>
                        </a:rPr>
                        <a:t>G</a:t>
                      </a:r>
                      <a:endParaRPr lang="en-IN" sz="1200" b="0" i="0" u="none" strike="noStrike" kern="1200" dirty="0">
                        <a:solidFill>
                          <a:srgbClr val="2E2E38"/>
                        </a:solidFill>
                        <a:effectLst/>
                        <a:latin typeface="EYInterstate Light" panose="02000506000000020004" pitchFamily="2" charset="0"/>
                        <a:ea typeface="+mn-ea"/>
                        <a:cs typeface="+mn-cs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6906510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9114307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48B0BFB-D5E9-AC02-0A3F-176CC578DA30}"/>
              </a:ext>
            </a:extLst>
          </p:cNvPr>
          <p:cNvSpPr txBox="1"/>
          <p:nvPr/>
        </p:nvSpPr>
        <p:spPr>
          <a:xfrm>
            <a:off x="7999963" y="1135063"/>
            <a:ext cx="3607837" cy="24974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913943">
              <a:spcAft>
                <a:spcPts val="600"/>
              </a:spcAft>
              <a:buClr>
                <a:srgbClr val="FFE600"/>
              </a:buClr>
              <a:buSzPct val="70000"/>
            </a:pPr>
            <a:r>
              <a:rPr lang="en-IN" altLang="zh-CN" sz="999" b="1" dirty="0">
                <a:solidFill>
                  <a:srgbClr val="FFE600"/>
                </a:solidFill>
              </a:rPr>
              <a:t>Across:</a:t>
            </a:r>
            <a:endParaRPr lang="en-IN" altLang="zh-CN" sz="300" dirty="0">
              <a:solidFill>
                <a:srgbClr val="FFE600"/>
              </a:solidFill>
            </a:endParaRP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A misleading conduct with the objective to gain an illegal advantage</a:t>
            </a:r>
            <a:endParaRPr lang="en-US" altLang="zh-CN" sz="999" dirty="0">
              <a:solidFill>
                <a:srgbClr val="F6F6FA"/>
              </a:solidFill>
            </a:endParaRP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Adherence to applicable laws and regulations</a:t>
            </a:r>
            <a:endParaRPr lang="en-US" altLang="zh-CN" sz="999" dirty="0">
              <a:solidFill>
                <a:srgbClr val="F6F6FA"/>
              </a:solidFill>
            </a:endParaRP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Act of offering someone money or something valuable to persuade them to do something for you</a:t>
            </a:r>
            <a:endParaRPr lang="en-US" altLang="zh-CN" sz="999" dirty="0">
              <a:solidFill>
                <a:srgbClr val="F6F6FA"/>
              </a:solidFill>
            </a:endParaRP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A process or effort to collect and </a:t>
            </a:r>
            <a:r>
              <a:rPr lang="en-GB" altLang="zh-CN" sz="999" dirty="0">
                <a:solidFill>
                  <a:srgbClr val="F6F6FA"/>
                </a:solidFill>
              </a:rPr>
              <a:t>analyze</a:t>
            </a:r>
            <a:r>
              <a:rPr lang="en-IN" altLang="zh-CN" sz="999" dirty="0">
                <a:solidFill>
                  <a:srgbClr val="F6F6FA"/>
                </a:solidFill>
              </a:rPr>
              <a:t> information before making a decision</a:t>
            </a:r>
            <a:endParaRPr lang="en-US" altLang="zh-CN" sz="999" dirty="0">
              <a:solidFill>
                <a:srgbClr val="F6F6FA"/>
              </a:solidFill>
            </a:endParaRP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The practice of being honest and showing a consistent and uncompromising adherence to strong moral and ethical principles and values</a:t>
            </a:r>
            <a:endParaRPr lang="en-US" altLang="zh-CN" sz="999" dirty="0">
              <a:solidFill>
                <a:srgbClr val="F6F6FA"/>
              </a:solidFill>
            </a:endParaRP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The judgment or decision around the value, quantity or importance of something</a:t>
            </a:r>
            <a:endParaRPr lang="en-US" altLang="zh-CN" sz="100" dirty="0">
              <a:solidFill>
                <a:srgbClr val="F6F6F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0E4098-8EE2-9493-AB90-3F30005CCF0E}"/>
              </a:ext>
            </a:extLst>
          </p:cNvPr>
          <p:cNvSpPr txBox="1"/>
          <p:nvPr/>
        </p:nvSpPr>
        <p:spPr>
          <a:xfrm>
            <a:off x="7999962" y="3749132"/>
            <a:ext cx="3607837" cy="23436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913943">
              <a:spcAft>
                <a:spcPts val="600"/>
              </a:spcAft>
              <a:buClr>
                <a:srgbClr val="FFE600"/>
              </a:buClr>
              <a:buSzPct val="70000"/>
            </a:pPr>
            <a:r>
              <a:rPr lang="en-IN" altLang="zh-CN" sz="999" b="1" dirty="0">
                <a:solidFill>
                  <a:srgbClr val="FFE600"/>
                </a:solidFill>
              </a:rPr>
              <a:t>Down:</a:t>
            </a:r>
            <a:endParaRPr lang="en-IN" altLang="zh-CN" sz="300" dirty="0">
              <a:solidFill>
                <a:srgbClr val="FFE600"/>
              </a:solidFill>
            </a:endParaRP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A criminal offense undertaken by a person or organization entrusted with a position of authority, aimed at acquiring illicit benefits or abusing power for personal gain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To study or examine something carefully in a </a:t>
            </a:r>
            <a:br>
              <a:rPr lang="en-IN" altLang="zh-CN" sz="999" dirty="0">
                <a:solidFill>
                  <a:srgbClr val="F6F6FA"/>
                </a:solidFill>
              </a:rPr>
            </a:br>
            <a:r>
              <a:rPr lang="en-IN" altLang="zh-CN" sz="999" dirty="0">
                <a:solidFill>
                  <a:srgbClr val="F6F6FA"/>
                </a:solidFill>
              </a:rPr>
              <a:t>methodical way</a:t>
            </a:r>
            <a:endParaRPr lang="en-US" altLang="zh-CN" sz="999" dirty="0">
              <a:solidFill>
                <a:srgbClr val="F6F6FA"/>
              </a:solidFill>
            </a:endParaRP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The act or process of examining a crime, or situation, carefully to discover the truth</a:t>
            </a:r>
            <a:endParaRPr lang="en-US" altLang="zh-CN" sz="999" dirty="0">
              <a:solidFill>
                <a:srgbClr val="F6F6FA"/>
              </a:solidFill>
            </a:endParaRP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The act or an instance of suspecting something wrong without proof or on slight evidence 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A warning of danger</a:t>
            </a:r>
            <a:endParaRPr lang="en-US" altLang="zh-CN" sz="999" dirty="0">
              <a:solidFill>
                <a:srgbClr val="F6F6FA"/>
              </a:solidFill>
            </a:endParaRP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The possibility of something bad happening</a:t>
            </a:r>
            <a:endParaRPr lang="en-US" altLang="zh-CN" sz="100" dirty="0">
              <a:solidFill>
                <a:srgbClr val="F6F6F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661519"/>
      </p:ext>
    </p:extLst>
  </p:cSld>
  <p:clrMapOvr>
    <a:masterClrMapping/>
  </p:clrMapOvr>
</p:sld>
</file>

<file path=ppt/theme/theme1.xml><?xml version="1.0" encoding="utf-8"?>
<a:theme xmlns:a="http://schemas.openxmlformats.org/drawingml/2006/main" name="1_EY dark background">
  <a:themeElements>
    <a:clrScheme name="EY Color">
      <a:dk1>
        <a:srgbClr val="2E2E38"/>
      </a:dk1>
      <a:lt1>
        <a:sysClr val="window" lastClr="FFFFFF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B0C45EEE6990479EDCE9FBF3393F33" ma:contentTypeVersion="17" ma:contentTypeDescription="Create a new document." ma:contentTypeScope="" ma:versionID="2743115798152a5ca9125c7278b1353f">
  <xsd:schema xmlns:xsd="http://www.w3.org/2001/XMLSchema" xmlns:xs="http://www.w3.org/2001/XMLSchema" xmlns:p="http://schemas.microsoft.com/office/2006/metadata/properties" xmlns:ns2="360bc667-c660-437d-ac06-7ae103e1e08c" xmlns:ns3="0a05a48e-a8a0-4e94-b737-cb94a12c92cc" xmlns:ns4="50c908b1-f277-4340-90a9-4611d0b0f078" targetNamespace="http://schemas.microsoft.com/office/2006/metadata/properties" ma:root="true" ma:fieldsID="6b8f924976c42066b6f4a95c5d2732e0" ns2:_="" ns3:_="" ns4:_="">
    <xsd:import namespace="360bc667-c660-437d-ac06-7ae103e1e08c"/>
    <xsd:import namespace="0a05a48e-a8a0-4e94-b737-cb94a12c92cc"/>
    <xsd:import namespace="50c908b1-f277-4340-90a9-4611d0b0f0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Nextavailability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0bc667-c660-437d-ac06-7ae103e1e0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ef62f9-2e07-484b-bd79-00aec90129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Nextavailability" ma:index="22" nillable="true" ma:displayName="Next availability" ma:format="DateTime" ma:internalName="Nextavailability">
      <xsd:simpleType>
        <xsd:restriction base="dms:DateTim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05a48e-a8a0-4e94-b737-cb94a12c92cc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c908b1-f277-4340-90a9-4611d0b0f078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c230a700-dabc-46b8-8ac4-b26e8498b02f}" ma:internalName="TaxCatchAll" ma:showField="CatchAllData" ma:web="0a05a48e-a8a0-4e94-b737-cb94a12c92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0bc667-c660-437d-ac06-7ae103e1e08c">
      <Terms xmlns="http://schemas.microsoft.com/office/infopath/2007/PartnerControls"/>
    </lcf76f155ced4ddcb4097134ff3c332f>
    <TaxCatchAll xmlns="50c908b1-f277-4340-90a9-4611d0b0f078" xsi:nil="true"/>
    <Nextavailability xmlns="360bc667-c660-437d-ac06-7ae103e1e08c" xsi:nil="true"/>
  </documentManagement>
</p:properties>
</file>

<file path=customXml/itemProps1.xml><?xml version="1.0" encoding="utf-8"?>
<ds:datastoreItem xmlns:ds="http://schemas.openxmlformats.org/officeDocument/2006/customXml" ds:itemID="{3D10D507-68B4-40C7-8D15-B517646FF5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0bc667-c660-437d-ac06-7ae103e1e08c"/>
    <ds:schemaRef ds:uri="0a05a48e-a8a0-4e94-b737-cb94a12c92cc"/>
    <ds:schemaRef ds:uri="50c908b1-f277-4340-90a9-4611d0b0f0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11C8E8-B23F-4903-9791-07589369791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8EB3B6-C3E4-4050-8462-5E043823D9E0}">
  <ds:schemaRefs>
    <ds:schemaRef ds:uri="http://schemas.microsoft.com/office/2006/documentManagement/types"/>
    <ds:schemaRef ds:uri="http://schemas.microsoft.com/office/infopath/2007/PartnerControls"/>
    <ds:schemaRef ds:uri="50c908b1-f277-4340-90a9-4611d0b0f078"/>
    <ds:schemaRef ds:uri="360bc667-c660-437d-ac06-7ae103e1e08c"/>
    <ds:schemaRef ds:uri="http://www.w3.org/XML/1998/namespace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0a05a48e-a8a0-4e94-b737-cb94a12c92cc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267</Words>
  <Application>Microsoft Office PowerPoint</Application>
  <PresentationFormat>Custom</PresentationFormat>
  <Paragraphs>115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EYInterstate Light</vt:lpstr>
      <vt:lpstr>EYInterstate Regular</vt:lpstr>
      <vt:lpstr>1_EY dark background</vt:lpstr>
      <vt:lpstr>Crossword puzzle Answers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2016-03-16T05:57:48Z</dcterms:created>
  <dcterms:modified xsi:type="dcterms:W3CDTF">2025-05-09T09:40:52Z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0x010100BAB0C45EEE6990479EDCE9FBF3393F33</vt:lpwstr>
  </property>
  <property fmtid="{D5CDD505-2E9C-101B-9397-08002B2CF9AE}" pid="3" name="MediaServiceImageTags">
    <vt:lpwstr/>
  </property>
</Properties>
</file>